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0" r:id="rId1"/>
  </p:sldMasterIdLst>
  <p:notesMasterIdLst>
    <p:notesMasterId r:id="rId3"/>
  </p:notesMasterIdLst>
  <p:sldIdLst>
    <p:sldId id="256" r:id="rId2"/>
  </p:sldIdLst>
  <p:sldSz cx="30276800" cy="42799000"/>
  <p:notesSz cx="6858000" cy="9144000"/>
  <p:embeddedFontLst>
    <p:embeddedFont>
      <p:font typeface="HP Simplified Hans Light" panose="020B0300000000000000" pitchFamily="34" charset="-122"/>
      <p:regular r:id="rId4"/>
    </p:embeddedFont>
    <p:embeddedFont>
      <p:font typeface="Century Gothic" panose="020B0502020202020204" pitchFamily="34" charset="0"/>
      <p:regular r:id="rId5"/>
      <p:bold r:id="rId6"/>
      <p:italic r:id="rId7"/>
      <p:boldItalic r:id="rId8"/>
    </p:embeddedFont>
    <p:embeddedFont>
      <p:font typeface="Wingdings 3" panose="05040102010807070707" pitchFamily="18" charset="2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801" autoAdjust="0"/>
    <p:restoredTop sz="94622" autoAdjust="0"/>
  </p:normalViewPr>
  <p:slideViewPr>
    <p:cSldViewPr>
      <p:cViewPr>
        <p:scale>
          <a:sx n="33" d="100"/>
          <a:sy n="33" d="100"/>
        </p:scale>
        <p:origin x="4410" y="-20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8DB817E-6A66-4611-BA8B-95D8FC49B1F6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6947159-0803-4B37-8346-0893A975B0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159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1557" y="15692976"/>
            <a:ext cx="21854827" cy="14121430"/>
          </a:xfrm>
        </p:spPr>
        <p:txBody>
          <a:bodyPr anchor="b">
            <a:normAutofit/>
          </a:bodyPr>
          <a:lstStyle>
            <a:lvl1pPr>
              <a:defRPr sz="1788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557" y="29814393"/>
            <a:ext cx="21854827" cy="70288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51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02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541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055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569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083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596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110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105023" y="26967230"/>
            <a:ext cx="4620566" cy="4878893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01706" y="28267694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0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0778" y="3894909"/>
            <a:ext cx="21817570" cy="7993702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1553" y="13315244"/>
            <a:ext cx="21826795" cy="2357516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92" y="4438380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2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1553" y="12946804"/>
            <a:ext cx="21826795" cy="9166400"/>
          </a:xfrm>
        </p:spPr>
        <p:txBody>
          <a:bodyPr anchor="b"/>
          <a:lstStyle>
            <a:lvl1pPr algn="l">
              <a:defRPr sz="13244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1553" y="22350589"/>
            <a:ext cx="21826795" cy="5369533"/>
          </a:xfrm>
        </p:spPr>
        <p:txBody>
          <a:bodyPr anchor="t"/>
          <a:lstStyle>
            <a:lvl1pPr marL="0" indent="0" algn="l">
              <a:buNone/>
              <a:defRPr sz="662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513835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2pPr>
            <a:lvl3pPr marL="3027670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3pPr>
            <a:lvl4pPr marL="4541505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4pPr>
            <a:lvl5pPr marL="6055340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5pPr>
            <a:lvl6pPr marL="7569175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6pPr>
            <a:lvl7pPr marL="9083010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7pPr>
            <a:lvl8pPr marL="10596844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8pPr>
            <a:lvl9pPr marL="12110679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192" y="19761477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733" y="20245840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1557" y="13334631"/>
            <a:ext cx="10587380" cy="2351134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72418" y="13334631"/>
            <a:ext cx="10585930" cy="2351134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192" y="4438380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733" y="4916353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0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00832" y="13895795"/>
            <a:ext cx="9518107" cy="3596302"/>
          </a:xfrm>
        </p:spPr>
        <p:txBody>
          <a:bodyPr anchor="b">
            <a:noAutofit/>
          </a:bodyPr>
          <a:lstStyle>
            <a:lvl1pPr marL="0" indent="0">
              <a:buNone/>
              <a:defRPr sz="7947" b="0"/>
            </a:lvl1pPr>
            <a:lvl2pPr marL="1513835" indent="0">
              <a:buNone/>
              <a:defRPr sz="6622" b="1"/>
            </a:lvl2pPr>
            <a:lvl3pPr marL="3027670" indent="0">
              <a:buNone/>
              <a:defRPr sz="5960" b="1"/>
            </a:lvl3pPr>
            <a:lvl4pPr marL="4541505" indent="0">
              <a:buNone/>
              <a:defRPr sz="5298" b="1"/>
            </a:lvl4pPr>
            <a:lvl5pPr marL="6055340" indent="0">
              <a:buNone/>
              <a:defRPr sz="5298" b="1"/>
            </a:lvl5pPr>
            <a:lvl6pPr marL="7569175" indent="0">
              <a:buNone/>
              <a:defRPr sz="5298" b="1"/>
            </a:lvl6pPr>
            <a:lvl7pPr marL="9083010" indent="0">
              <a:buNone/>
              <a:defRPr sz="5298" b="1"/>
            </a:lvl7pPr>
            <a:lvl8pPr marL="10596844" indent="0">
              <a:buNone/>
              <a:defRPr sz="5298" b="1"/>
            </a:lvl8pPr>
            <a:lvl9pPr marL="12110679" indent="0">
              <a:buNone/>
              <a:defRPr sz="5298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1552" y="17492101"/>
            <a:ext cx="10587384" cy="1938188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728156" y="13875650"/>
            <a:ext cx="9513614" cy="3596302"/>
          </a:xfrm>
        </p:spPr>
        <p:txBody>
          <a:bodyPr anchor="b">
            <a:noAutofit/>
          </a:bodyPr>
          <a:lstStyle>
            <a:lvl1pPr marL="0" indent="0">
              <a:buNone/>
              <a:defRPr sz="7947" b="0"/>
            </a:lvl1pPr>
            <a:lvl2pPr marL="1513835" indent="0">
              <a:buNone/>
              <a:defRPr sz="6622" b="1"/>
            </a:lvl2pPr>
            <a:lvl3pPr marL="3027670" indent="0">
              <a:buNone/>
              <a:defRPr sz="5960" b="1"/>
            </a:lvl3pPr>
            <a:lvl4pPr marL="4541505" indent="0">
              <a:buNone/>
              <a:defRPr sz="5298" b="1"/>
            </a:lvl4pPr>
            <a:lvl5pPr marL="6055340" indent="0">
              <a:buNone/>
              <a:defRPr sz="5298" b="1"/>
            </a:lvl5pPr>
            <a:lvl6pPr marL="7569175" indent="0">
              <a:buNone/>
              <a:defRPr sz="5298" b="1"/>
            </a:lvl6pPr>
            <a:lvl7pPr marL="9083010" indent="0">
              <a:buNone/>
              <a:defRPr sz="5298" b="1"/>
            </a:lvl7pPr>
            <a:lvl8pPr marL="10596844" indent="0">
              <a:buNone/>
              <a:defRPr sz="5298" b="1"/>
            </a:lvl8pPr>
            <a:lvl9pPr marL="12110679" indent="0">
              <a:buNone/>
              <a:defRPr sz="5298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660523" y="17471955"/>
            <a:ext cx="10581252" cy="1938188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192" y="4438380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733" y="4916353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0774" y="3894909"/>
            <a:ext cx="21817573" cy="7993702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192" y="4438380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0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192" y="4438380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2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1552" y="2783920"/>
            <a:ext cx="8706845" cy="6092910"/>
          </a:xfrm>
        </p:spPr>
        <p:txBody>
          <a:bodyPr anchor="b"/>
          <a:lstStyle>
            <a:lvl1pPr algn="l">
              <a:defRPr sz="6622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6236" y="2783929"/>
            <a:ext cx="12552111" cy="33793380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1552" y="9976529"/>
            <a:ext cx="8706845" cy="26600758"/>
          </a:xfrm>
        </p:spPr>
        <p:txBody>
          <a:bodyPr/>
          <a:lstStyle>
            <a:lvl1pPr marL="0" indent="0">
              <a:buNone/>
              <a:defRPr sz="4636"/>
            </a:lvl1pPr>
            <a:lvl2pPr marL="1513835" indent="0">
              <a:buNone/>
              <a:defRPr sz="3973"/>
            </a:lvl2pPr>
            <a:lvl3pPr marL="3027670" indent="0">
              <a:buNone/>
              <a:defRPr sz="3311"/>
            </a:lvl3pPr>
            <a:lvl4pPr marL="4541505" indent="0">
              <a:buNone/>
              <a:defRPr sz="2980"/>
            </a:lvl4pPr>
            <a:lvl5pPr marL="6055340" indent="0">
              <a:buNone/>
              <a:defRPr sz="2980"/>
            </a:lvl5pPr>
            <a:lvl6pPr marL="7569175" indent="0">
              <a:buNone/>
              <a:defRPr sz="2980"/>
            </a:lvl6pPr>
            <a:lvl7pPr marL="9083010" indent="0">
              <a:buNone/>
              <a:defRPr sz="2980"/>
            </a:lvl7pPr>
            <a:lvl8pPr marL="10596844" indent="0">
              <a:buNone/>
              <a:defRPr sz="2980"/>
            </a:lvl8pPr>
            <a:lvl9pPr marL="12110679" indent="0">
              <a:buNone/>
              <a:defRPr sz="298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92" y="4438380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6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1553" y="29959300"/>
            <a:ext cx="21826795" cy="3536865"/>
          </a:xfrm>
        </p:spPr>
        <p:txBody>
          <a:bodyPr anchor="b">
            <a:normAutofit/>
          </a:bodyPr>
          <a:lstStyle>
            <a:lvl1pPr algn="l">
              <a:defRPr sz="7947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31553" y="3962652"/>
            <a:ext cx="21826795" cy="24057868"/>
          </a:xfrm>
        </p:spPr>
        <p:txBody>
          <a:bodyPr anchor="t">
            <a:normAutofit/>
          </a:bodyPr>
          <a:lstStyle>
            <a:lvl1pPr marL="0" indent="0" algn="ctr">
              <a:buNone/>
              <a:defRPr sz="5298"/>
            </a:lvl1pPr>
            <a:lvl2pPr marL="1513835" indent="0">
              <a:buNone/>
              <a:defRPr sz="5298"/>
            </a:lvl2pPr>
            <a:lvl3pPr marL="3027670" indent="0">
              <a:buNone/>
              <a:defRPr sz="5298"/>
            </a:lvl3pPr>
            <a:lvl4pPr marL="4541505" indent="0">
              <a:buNone/>
              <a:defRPr sz="5298"/>
            </a:lvl4pPr>
            <a:lvl5pPr marL="6055340" indent="0">
              <a:buNone/>
              <a:defRPr sz="5298"/>
            </a:lvl5pPr>
            <a:lvl6pPr marL="7569175" indent="0">
              <a:buNone/>
              <a:defRPr sz="5298"/>
            </a:lvl6pPr>
            <a:lvl7pPr marL="9083010" indent="0">
              <a:buNone/>
              <a:defRPr sz="5298"/>
            </a:lvl7pPr>
            <a:lvl8pPr marL="10596844" indent="0">
              <a:buNone/>
              <a:defRPr sz="5298"/>
            </a:lvl8pPr>
            <a:lvl9pPr marL="12110679" indent="0">
              <a:buNone/>
              <a:defRPr sz="5298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1553" y="33496165"/>
            <a:ext cx="21826795" cy="3081129"/>
          </a:xfrm>
        </p:spPr>
        <p:txBody>
          <a:bodyPr>
            <a:normAutofit/>
          </a:bodyPr>
          <a:lstStyle>
            <a:lvl1pPr marL="0" indent="0">
              <a:buNone/>
              <a:defRPr sz="3973"/>
            </a:lvl1pPr>
            <a:lvl2pPr marL="1513835" indent="0">
              <a:buNone/>
              <a:defRPr sz="3973"/>
            </a:lvl2pPr>
            <a:lvl3pPr marL="3027670" indent="0">
              <a:buNone/>
              <a:defRPr sz="3311"/>
            </a:lvl3pPr>
            <a:lvl4pPr marL="4541505" indent="0">
              <a:buNone/>
              <a:defRPr sz="2980"/>
            </a:lvl4pPr>
            <a:lvl5pPr marL="6055340" indent="0">
              <a:buNone/>
              <a:defRPr sz="2980"/>
            </a:lvl5pPr>
            <a:lvl6pPr marL="7569175" indent="0">
              <a:buNone/>
              <a:defRPr sz="2980"/>
            </a:lvl6pPr>
            <a:lvl7pPr marL="9083010" indent="0">
              <a:buNone/>
              <a:defRPr sz="2980"/>
            </a:lvl7pPr>
            <a:lvl8pPr marL="10596844" indent="0">
              <a:buNone/>
              <a:defRPr sz="2980"/>
            </a:lvl8pPr>
            <a:lvl9pPr marL="12110679" indent="0">
              <a:buNone/>
              <a:defRPr sz="298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92" y="30646159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92733" y="31098164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40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1553" y="3804355"/>
            <a:ext cx="21826795" cy="19452639"/>
          </a:xfrm>
        </p:spPr>
        <p:txBody>
          <a:bodyPr anchor="ctr">
            <a:normAutofit/>
          </a:bodyPr>
          <a:lstStyle>
            <a:lvl1pPr algn="l">
              <a:defRPr sz="15893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1553" y="27172472"/>
            <a:ext cx="21826795" cy="9709744"/>
          </a:xfrm>
        </p:spPr>
        <p:txBody>
          <a:bodyPr anchor="ctr">
            <a:normAutofit/>
          </a:bodyPr>
          <a:lstStyle>
            <a:lvl1pPr marL="0" indent="0" algn="l">
              <a:buNone/>
              <a:defRPr sz="59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513835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2pPr>
            <a:lvl3pPr marL="3027670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3pPr>
            <a:lvl4pPr marL="4541505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4pPr>
            <a:lvl5pPr marL="6055340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5pPr>
            <a:lvl6pPr marL="7569175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6pPr>
            <a:lvl7pPr marL="9083010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7pPr>
            <a:lvl8pPr marL="10596844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8pPr>
            <a:lvl9pPr marL="12110679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92" y="19761477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733" y="20245840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5120" y="3804356"/>
            <a:ext cx="20229521" cy="18070689"/>
          </a:xfrm>
        </p:spPr>
        <p:txBody>
          <a:bodyPr anchor="ctr">
            <a:normAutofit/>
          </a:bodyPr>
          <a:lstStyle>
            <a:lvl1pPr algn="l">
              <a:defRPr sz="15893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999552" y="21875045"/>
            <a:ext cx="18720651" cy="237772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529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513835" indent="0">
              <a:buFontTx/>
              <a:buNone/>
              <a:defRPr/>
            </a:lvl2pPr>
            <a:lvl3pPr marL="3027670" indent="0">
              <a:buFontTx/>
              <a:buNone/>
              <a:defRPr/>
            </a:lvl3pPr>
            <a:lvl4pPr marL="4541505" indent="0">
              <a:buFontTx/>
              <a:buNone/>
              <a:defRPr/>
            </a:lvl4pPr>
            <a:lvl5pPr marL="605534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1553" y="27172472"/>
            <a:ext cx="21826795" cy="9709744"/>
          </a:xfrm>
        </p:spPr>
        <p:txBody>
          <a:bodyPr anchor="ctr">
            <a:normAutofit/>
          </a:bodyPr>
          <a:lstStyle>
            <a:lvl1pPr marL="0" indent="0" algn="l">
              <a:buNone/>
              <a:defRPr sz="59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513835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2pPr>
            <a:lvl3pPr marL="3027670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3pPr>
            <a:lvl4pPr marL="4541505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4pPr>
            <a:lvl5pPr marL="6055340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5pPr>
            <a:lvl6pPr marL="7569175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6pPr>
            <a:lvl7pPr marL="9083010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7pPr>
            <a:lvl8pPr marL="10596844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8pPr>
            <a:lvl9pPr marL="12110679" indent="0">
              <a:buNone/>
              <a:defRPr sz="46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192" y="19761477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733" y="20245840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987537" y="4044031"/>
            <a:ext cx="1514234" cy="3649435"/>
          </a:xfrm>
          <a:prstGeom prst="rect">
            <a:avLst/>
          </a:prstGeom>
        </p:spPr>
        <p:txBody>
          <a:bodyPr vert="horz" lIns="302768" tIns="151384" rIns="302768" bIns="151384" rtlCol="0" anchor="ctr">
            <a:noAutofit/>
          </a:bodyPr>
          <a:lstStyle/>
          <a:p>
            <a:pPr lvl="0"/>
            <a:r>
              <a:rPr lang="en-US" sz="26489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0233" y="18131262"/>
            <a:ext cx="1514234" cy="3649435"/>
          </a:xfrm>
          <a:prstGeom prst="rect">
            <a:avLst/>
          </a:prstGeom>
        </p:spPr>
        <p:txBody>
          <a:bodyPr vert="horz" lIns="302768" tIns="151384" rIns="302768" bIns="151384" rtlCol="0" anchor="ctr">
            <a:noAutofit/>
          </a:bodyPr>
          <a:lstStyle/>
          <a:p>
            <a:pPr lvl="0"/>
            <a:r>
              <a:rPr lang="en-US" sz="26489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9811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1553" y="15217432"/>
            <a:ext cx="21826795" cy="17005051"/>
          </a:xfrm>
        </p:spPr>
        <p:txBody>
          <a:bodyPr anchor="b">
            <a:normAutofit/>
          </a:bodyPr>
          <a:lstStyle>
            <a:lvl1pPr algn="l">
              <a:defRPr sz="15893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1553" y="32337022"/>
            <a:ext cx="21826795" cy="45533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192" y="30646159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92733" y="31098164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05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245120" y="3804356"/>
            <a:ext cx="20229521" cy="18070689"/>
          </a:xfrm>
        </p:spPr>
        <p:txBody>
          <a:bodyPr anchor="ctr">
            <a:normAutofit/>
          </a:bodyPr>
          <a:lstStyle>
            <a:lvl1pPr algn="l">
              <a:defRPr sz="15893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31552" y="27106033"/>
            <a:ext cx="22145678" cy="5230989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7947">
                <a:solidFill>
                  <a:schemeClr val="accent1"/>
                </a:solidFill>
              </a:defRPr>
            </a:lvl1pPr>
            <a:lvl2pPr marL="1513835" indent="0">
              <a:buFontTx/>
              <a:buNone/>
              <a:defRPr/>
            </a:lvl2pPr>
            <a:lvl3pPr marL="3027670" indent="0">
              <a:buFontTx/>
              <a:buNone/>
              <a:defRPr/>
            </a:lvl3pPr>
            <a:lvl4pPr marL="4541505" indent="0">
              <a:buFontTx/>
              <a:buNone/>
              <a:defRPr/>
            </a:lvl4pPr>
            <a:lvl5pPr marL="605534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1552" y="32337022"/>
            <a:ext cx="22145678" cy="45533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192" y="30646159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92733" y="31098164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87537" y="4044031"/>
            <a:ext cx="1514234" cy="3649435"/>
          </a:xfrm>
          <a:prstGeom prst="rect">
            <a:avLst/>
          </a:prstGeom>
        </p:spPr>
        <p:txBody>
          <a:bodyPr vert="horz" lIns="302768" tIns="151384" rIns="302768" bIns="151384" rtlCol="0" anchor="ctr">
            <a:noAutofit/>
          </a:bodyPr>
          <a:lstStyle/>
          <a:p>
            <a:pPr lvl="0"/>
            <a:r>
              <a:rPr lang="en-US" sz="26489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50233" y="18131262"/>
            <a:ext cx="1514234" cy="3649435"/>
          </a:xfrm>
          <a:prstGeom prst="rect">
            <a:avLst/>
          </a:prstGeom>
        </p:spPr>
        <p:txBody>
          <a:bodyPr vert="horz" lIns="302768" tIns="151384" rIns="302768" bIns="151384" rtlCol="0" anchor="ctr">
            <a:noAutofit/>
          </a:bodyPr>
          <a:lstStyle/>
          <a:p>
            <a:pPr lvl="0"/>
            <a:r>
              <a:rPr lang="en-US" sz="26489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3016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1555" y="3915485"/>
            <a:ext cx="21826791" cy="17973458"/>
          </a:xfrm>
        </p:spPr>
        <p:txBody>
          <a:bodyPr anchor="ctr">
            <a:normAutofit/>
          </a:bodyPr>
          <a:lstStyle>
            <a:lvl1pPr algn="l">
              <a:defRPr sz="15893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31553" y="27106033"/>
            <a:ext cx="21826795" cy="5230989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7947">
                <a:solidFill>
                  <a:schemeClr val="accent1"/>
                </a:solidFill>
              </a:defRPr>
            </a:lvl1pPr>
            <a:lvl2pPr marL="1513835" indent="0">
              <a:buFontTx/>
              <a:buNone/>
              <a:defRPr/>
            </a:lvl2pPr>
            <a:lvl3pPr marL="3027670" indent="0">
              <a:buFontTx/>
              <a:buNone/>
              <a:defRPr/>
            </a:lvl3pPr>
            <a:lvl4pPr marL="4541505" indent="0">
              <a:buFontTx/>
              <a:buNone/>
              <a:defRPr/>
            </a:lvl4pPr>
            <a:lvl5pPr marL="605534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1553" y="32337022"/>
            <a:ext cx="21826795" cy="45533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92" y="30646159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92733" y="31098164"/>
            <a:ext cx="1936927" cy="227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92" y="4438380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61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775594" y="3915481"/>
            <a:ext cx="5483637" cy="32974932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1555" y="3915481"/>
            <a:ext cx="15616352" cy="32974932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192" y="4438380"/>
            <a:ext cx="4497668" cy="317032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6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3" y="1426633"/>
            <a:ext cx="6559973" cy="41429956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67616" y="4674"/>
            <a:ext cx="6464190" cy="42764701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605536" cy="42799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40774" y="3894909"/>
            <a:ext cx="21817573" cy="79937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1553" y="13315244"/>
            <a:ext cx="21826795" cy="24252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735280" y="38287503"/>
            <a:ext cx="2537569" cy="2310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31552" y="38291997"/>
            <a:ext cx="18927927" cy="227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692733" y="4916353"/>
            <a:ext cx="1936927" cy="227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22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2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1513835" rtl="1" eaLnBrk="1" latinLnBrk="0" hangingPunct="1">
        <a:spcBef>
          <a:spcPct val="0"/>
        </a:spcBef>
        <a:buNone/>
        <a:defRPr sz="1192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1135376" indent="-1135376" algn="r" defTabSz="1513835" rtl="1" eaLnBrk="1" latinLnBrk="0" hangingPunct="1">
        <a:spcBef>
          <a:spcPts val="3311"/>
        </a:spcBef>
        <a:spcAft>
          <a:spcPts val="0"/>
        </a:spcAft>
        <a:buClr>
          <a:schemeClr val="accent1"/>
        </a:buClr>
        <a:buFont typeface="Wingdings 3" charset="2"/>
        <a:buChar char=""/>
        <a:defRPr sz="59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459982" indent="-946147" algn="r" defTabSz="1513835" rtl="1" eaLnBrk="1" latinLnBrk="0" hangingPunct="1">
        <a:spcBef>
          <a:spcPts val="3311"/>
        </a:spcBef>
        <a:spcAft>
          <a:spcPts val="0"/>
        </a:spcAft>
        <a:buClr>
          <a:schemeClr val="accent1"/>
        </a:buClr>
        <a:buFont typeface="Wingdings 3" charset="2"/>
        <a:buChar char=""/>
        <a:defRPr sz="529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3784587" indent="-756917" algn="r" defTabSz="1513835" rtl="1" eaLnBrk="1" latinLnBrk="0" hangingPunct="1">
        <a:spcBef>
          <a:spcPts val="3311"/>
        </a:spcBef>
        <a:spcAft>
          <a:spcPts val="0"/>
        </a:spcAft>
        <a:buClr>
          <a:schemeClr val="accent1"/>
        </a:buClr>
        <a:buFont typeface="Wingdings 3" charset="2"/>
        <a:buChar char=""/>
        <a:defRPr sz="463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298422" indent="-756917" algn="r" defTabSz="1513835" rtl="1" eaLnBrk="1" latinLnBrk="0" hangingPunct="1">
        <a:spcBef>
          <a:spcPts val="3311"/>
        </a:spcBef>
        <a:spcAft>
          <a:spcPts val="0"/>
        </a:spcAft>
        <a:buClr>
          <a:schemeClr val="accent1"/>
        </a:buClr>
        <a:buFont typeface="Wingdings 3" charset="2"/>
        <a:buChar char=""/>
        <a:defRPr sz="397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812257" indent="-756917" algn="r" defTabSz="1513835" rtl="1" eaLnBrk="1" latinLnBrk="0" hangingPunct="1">
        <a:spcBef>
          <a:spcPts val="3311"/>
        </a:spcBef>
        <a:spcAft>
          <a:spcPts val="0"/>
        </a:spcAft>
        <a:buClr>
          <a:schemeClr val="accent1"/>
        </a:buClr>
        <a:buFont typeface="Wingdings 3" charset="2"/>
        <a:buChar char=""/>
        <a:defRPr sz="397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326092" indent="-756917" algn="r" defTabSz="1513835" rtl="1" eaLnBrk="1" latinLnBrk="0" hangingPunct="1">
        <a:spcBef>
          <a:spcPts val="3311"/>
        </a:spcBef>
        <a:spcAft>
          <a:spcPts val="0"/>
        </a:spcAft>
        <a:buClr>
          <a:schemeClr val="accent1"/>
        </a:buClr>
        <a:buFont typeface="Wingdings 3" charset="2"/>
        <a:buChar char=""/>
        <a:defRPr sz="397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839927" indent="-756917" algn="r" defTabSz="1513835" rtl="1" eaLnBrk="1" latinLnBrk="0" hangingPunct="1">
        <a:spcBef>
          <a:spcPts val="3311"/>
        </a:spcBef>
        <a:spcAft>
          <a:spcPts val="0"/>
        </a:spcAft>
        <a:buClr>
          <a:schemeClr val="accent1"/>
        </a:buClr>
        <a:buFont typeface="Wingdings 3" charset="2"/>
        <a:buChar char=""/>
        <a:defRPr sz="397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353762" indent="-756917" algn="r" defTabSz="1513835" rtl="1" eaLnBrk="1" latinLnBrk="0" hangingPunct="1">
        <a:spcBef>
          <a:spcPts val="3311"/>
        </a:spcBef>
        <a:spcAft>
          <a:spcPts val="0"/>
        </a:spcAft>
        <a:buClr>
          <a:schemeClr val="accent1"/>
        </a:buClr>
        <a:buFont typeface="Wingdings 3" charset="2"/>
        <a:buChar char=""/>
        <a:defRPr sz="397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867597" indent="-756917" algn="r" defTabSz="1513835" rtl="1" eaLnBrk="1" latinLnBrk="0" hangingPunct="1">
        <a:spcBef>
          <a:spcPts val="3311"/>
        </a:spcBef>
        <a:spcAft>
          <a:spcPts val="0"/>
        </a:spcAft>
        <a:buClr>
          <a:schemeClr val="accent1"/>
        </a:buClr>
        <a:buFont typeface="Wingdings 3" charset="2"/>
        <a:buChar char=""/>
        <a:defRPr sz="397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513835" rtl="1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835" algn="r" defTabSz="1513835" rtl="1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670" algn="r" defTabSz="1513835" rtl="1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505" algn="r" defTabSz="1513835" rtl="1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5340" algn="r" defTabSz="1513835" rtl="1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9175" algn="r" defTabSz="1513835" rtl="1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3010" algn="r" defTabSz="1513835" rtl="1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844" algn="r" defTabSz="1513835" rtl="1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10679" algn="r" defTabSz="1513835" rtl="1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700"/>
            <a:ext cx="5784957" cy="1371334"/>
          </a:xfrm>
          <a:custGeom>
            <a:avLst/>
            <a:gdLst/>
            <a:ahLst/>
            <a:cxnLst/>
            <a:rect l="l" t="t" r="r" b="b"/>
            <a:pathLst>
              <a:path w="5784957" h="1371334">
                <a:moveTo>
                  <a:pt x="0" y="0"/>
                </a:moveTo>
                <a:lnTo>
                  <a:pt x="5784957" y="0"/>
                </a:lnTo>
                <a:lnTo>
                  <a:pt x="5784957" y="1371334"/>
                </a:lnTo>
                <a:lnTo>
                  <a:pt x="0" y="1371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>
              <a:latin typeface="HP Simplified Hans Light" panose="020B0300000000000000" pitchFamily="34" charset="-122"/>
              <a:ea typeface="HP Simplified Hans Light" panose="020B0300000000000000" pitchFamily="3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502822" y="0"/>
            <a:ext cx="17270356" cy="3171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2599"/>
              </a:lnSpc>
              <a:spcBef>
                <a:spcPct val="0"/>
              </a:spcBef>
            </a:pPr>
            <a:r>
              <a:rPr lang="en-US" sz="9000" dirty="0">
                <a:solidFill>
                  <a:srgbClr val="000000"/>
                </a:solidFill>
                <a:latin typeface="HP Simplified Hans Light" panose="020B0300000000000000" pitchFamily="34" charset="-122"/>
                <a:ea typeface="HP Simplified Hans Light" panose="020B0300000000000000" pitchFamily="34" charset="-122"/>
                <a:sym typeface="Arial"/>
              </a:rPr>
              <a:t>Literature Sources Analysis Using a Deep Impostor Approach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53656" y="3171825"/>
            <a:ext cx="16168688" cy="119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HP Simplified Hans Light" panose="020B0300000000000000" pitchFamily="34" charset="-122"/>
                <a:ea typeface="HP Simplified Hans Light" panose="020B0300000000000000" pitchFamily="34" charset="-122"/>
                <a:sym typeface="Arial"/>
              </a:rPr>
              <a:t>Team Code: 25-2-R-13, Ofir Uziel, Emanuel Davidov</a:t>
            </a:r>
          </a:p>
          <a:p>
            <a:pPr algn="ctr" rtl="1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HP Simplified Hans Light" panose="020B0300000000000000" pitchFamily="34" charset="-122"/>
                <a:ea typeface="HP Simplified Hans Light" panose="020B0300000000000000" pitchFamily="34" charset="-122"/>
                <a:sym typeface="Arial"/>
              </a:rPr>
              <a:t>Advisors: Dr. Renata Avros and Prof. Zeev Volkovich, Braude College of Engineering</a:t>
            </a:r>
          </a:p>
        </p:txBody>
      </p:sp>
      <p:sp>
        <p:nvSpPr>
          <p:cNvPr id="146" name="תיבת טקסט 145">
            <a:extLst>
              <a:ext uri="{FF2B5EF4-FFF2-40B4-BE49-F238E27FC236}">
                <a16:creationId xmlns:a16="http://schemas.microsoft.com/office/drawing/2014/main" id="{33F130FB-2BC5-F98E-416C-F9202F5484FC}"/>
              </a:ext>
            </a:extLst>
          </p:cNvPr>
          <p:cNvSpPr txBox="1"/>
          <p:nvPr/>
        </p:nvSpPr>
        <p:spPr>
          <a:xfrm>
            <a:off x="410483" y="5397500"/>
            <a:ext cx="9360000" cy="5570756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3600" dirty="0"/>
              <a:t>Motivation: Why Internal Style Matters</a:t>
            </a:r>
            <a:endParaRPr lang="en-US" sz="3600" b="1" dirty="0">
              <a:latin typeface="HP Simplified Hans Light" panose="020B0300000000000000" pitchFamily="34" charset="-122"/>
              <a:ea typeface="HP Simplified Hans Light" panose="020B0300000000000000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Most stylometric methods assume single-author, homogeneous documents.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Real texts are often edited, compiled, or written over long periods.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Internal stylistic variation is therefore ignored or treated as noise.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Labeled data for stylistic boundaries is rarely available.</a:t>
            </a:r>
          </a:p>
          <a:p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There is a need for an unsupervised system that detects internal stylistic changes.</a:t>
            </a:r>
          </a:p>
        </p:txBody>
      </p:sp>
      <p:sp>
        <p:nvSpPr>
          <p:cNvPr id="147" name="תיבת טקסט 146">
            <a:extLst>
              <a:ext uri="{FF2B5EF4-FFF2-40B4-BE49-F238E27FC236}">
                <a16:creationId xmlns:a16="http://schemas.microsoft.com/office/drawing/2014/main" id="{0C70238C-F84E-627E-6750-8AAD65EEF938}"/>
              </a:ext>
            </a:extLst>
          </p:cNvPr>
          <p:cNvSpPr txBox="1"/>
          <p:nvPr/>
        </p:nvSpPr>
        <p:spPr>
          <a:xfrm>
            <a:off x="10442525" y="5396008"/>
            <a:ext cx="9360000" cy="507831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>
              <a:defRPr sz="3600" b="1"/>
            </a:lvl1pPr>
          </a:lstStyle>
          <a:p>
            <a:r>
              <a:rPr lang="en-US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System Goal and Core Idea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Goal: Detect internal stylistic boundaries in long texts without supervision.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No training is performed on the target document.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Models are trained only on unrelated impostor texts.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Classifier behavior is interpreted as a stylistic response.</a:t>
            </a:r>
          </a:p>
          <a:p>
            <a:r>
              <a:rPr lang="en-US" sz="3200" b="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Classifier behavior functions as a stylistic sensor rather than a predictor.</a:t>
            </a:r>
          </a:p>
        </p:txBody>
      </p:sp>
      <p:sp>
        <p:nvSpPr>
          <p:cNvPr id="148" name="תיבת טקסט 147">
            <a:extLst>
              <a:ext uri="{FF2B5EF4-FFF2-40B4-BE49-F238E27FC236}">
                <a16:creationId xmlns:a16="http://schemas.microsoft.com/office/drawing/2014/main" id="{5CCD3EEA-8F80-36EE-04E6-97619494D38D}"/>
              </a:ext>
            </a:extLst>
          </p:cNvPr>
          <p:cNvSpPr txBox="1"/>
          <p:nvPr/>
        </p:nvSpPr>
        <p:spPr>
          <a:xfrm>
            <a:off x="20474567" y="5396008"/>
            <a:ext cx="9360000" cy="507831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36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System Architecture</a:t>
            </a:r>
          </a:p>
          <a:p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The system consists of four modular components: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Text Segmentation</a:t>
            </a:r>
            <a:br>
              <a:rPr lang="en-US" sz="32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</a:b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Fixed-length batching and chunking of documents.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Embedding Module</a:t>
            </a:r>
            <a:br>
              <a:rPr lang="en-US" sz="32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</a:b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Word2Vec or BERT representations.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Stylistic Classification</a:t>
            </a:r>
            <a:br>
              <a:rPr lang="en-US" sz="32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</a:b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Deep binary classifiers trained on impostor pairs.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Signal Analysis</a:t>
            </a:r>
            <a:br>
              <a:rPr lang="en-US" sz="32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</a:b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Signal construction and boundary detection</a:t>
            </a:r>
          </a:p>
        </p:txBody>
      </p:sp>
      <p:sp>
        <p:nvSpPr>
          <p:cNvPr id="149" name="תיבת טקסט 148">
            <a:extLst>
              <a:ext uri="{FF2B5EF4-FFF2-40B4-BE49-F238E27FC236}">
                <a16:creationId xmlns:a16="http://schemas.microsoft.com/office/drawing/2014/main" id="{40AAF9F6-6D0B-2C5C-0E42-9D0CC74CB022}"/>
              </a:ext>
            </a:extLst>
          </p:cNvPr>
          <p:cNvSpPr txBox="1"/>
          <p:nvPr/>
        </p:nvSpPr>
        <p:spPr>
          <a:xfrm>
            <a:off x="410483" y="11593862"/>
            <a:ext cx="9360000" cy="4093428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36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Pipeline Execution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Target text is segmented and embedded.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Impostor-pair classifiers process each chunk.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Outputs form continuous stylistic signals.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Signal refinement emphasizes stylistic transitions.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Consensus across impostors produces final boundaries.</a:t>
            </a:r>
          </a:p>
          <a:p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Raw text is transformed into a 1D stylistic signal.</a:t>
            </a:r>
          </a:p>
        </p:txBody>
      </p:sp>
      <p:sp>
        <p:nvSpPr>
          <p:cNvPr id="150" name="תיבת טקסט 149">
            <a:extLst>
              <a:ext uri="{FF2B5EF4-FFF2-40B4-BE49-F238E27FC236}">
                <a16:creationId xmlns:a16="http://schemas.microsoft.com/office/drawing/2014/main" id="{3A4F5C6A-903C-67CF-4EF4-D8BDEDCF337B}"/>
              </a:ext>
            </a:extLst>
          </p:cNvPr>
          <p:cNvSpPr txBox="1"/>
          <p:nvPr/>
        </p:nvSpPr>
        <p:spPr>
          <a:xfrm>
            <a:off x="410483" y="18372872"/>
            <a:ext cx="9360000" cy="4585871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3600" dirty="0"/>
              <a:t>Validation: Proving the Method Works</a:t>
            </a:r>
            <a:endParaRPr lang="en-US" sz="3600" b="1" dirty="0">
              <a:latin typeface="HP Simplified Hans Light" panose="020B0300000000000000" pitchFamily="34" charset="-122"/>
              <a:ea typeface="HP Simplified Hans Light" panose="020B0300000000000000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Validation performed before applying the method to Tanach.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Shakespeare corpus provides expected stylistic variation.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No training on Shakespeare texts.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Clear stylistic transitions are detected.</a:t>
            </a:r>
          </a:p>
          <a:p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Confirms detection of genuine stylistic change, not noise.</a:t>
            </a:r>
          </a:p>
        </p:txBody>
      </p:sp>
      <p:pic>
        <p:nvPicPr>
          <p:cNvPr id="151" name="תמונה 150" descr="תמונה שמכילה טקסט, צילום מסך, צבעונ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186275B-FC23-24D8-EB69-C204821BA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83" y="24556613"/>
            <a:ext cx="9360000" cy="5556712"/>
          </a:xfrm>
          <a:prstGeom prst="rect">
            <a:avLst/>
          </a:prstGeom>
        </p:spPr>
      </p:pic>
      <p:pic>
        <p:nvPicPr>
          <p:cNvPr id="152" name="תמונה 151" descr="תמונה שמכילה טקסט, קו, עלילה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3EAB0B1-D00A-B541-049A-964617FAFE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325" y="24468785"/>
            <a:ext cx="9360000" cy="6172287"/>
          </a:xfrm>
          <a:prstGeom prst="rect">
            <a:avLst/>
          </a:prstGeom>
        </p:spPr>
      </p:pic>
      <p:sp>
        <p:nvSpPr>
          <p:cNvPr id="153" name="תיבת טקסט 152">
            <a:extLst>
              <a:ext uri="{FF2B5EF4-FFF2-40B4-BE49-F238E27FC236}">
                <a16:creationId xmlns:a16="http://schemas.microsoft.com/office/drawing/2014/main" id="{EB7ABEC5-A606-F5ED-2D83-FA15881F5150}"/>
              </a:ext>
            </a:extLst>
          </p:cNvPr>
          <p:cNvSpPr txBox="1"/>
          <p:nvPr/>
        </p:nvSpPr>
        <p:spPr>
          <a:xfrm>
            <a:off x="10442325" y="18372872"/>
            <a:ext cx="9360000" cy="4585871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36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Conceptual Signal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Each curve corresponds to a different impostor-pair classifier.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Signals differ in scale but reflect the same text region.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Flat regions indicate stylistic stability.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Aligned changes indicate potential boundaries.</a:t>
            </a:r>
          </a:p>
          <a:p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Stylistic structure emerges from agreement across signals.</a:t>
            </a:r>
            <a:endParaRPr lang="he-IL" sz="3200" dirty="0">
              <a:latin typeface="HP Simplified Hans Light" panose="020B0300000000000000" pitchFamily="34" charset="-122"/>
              <a:ea typeface="HP Simplified Hans Light" panose="020B0300000000000000" pitchFamily="34" charset="-122"/>
            </a:endParaRPr>
          </a:p>
        </p:txBody>
      </p:sp>
      <p:pic>
        <p:nvPicPr>
          <p:cNvPr id="154" name="תמונה 153" descr="תמונה שמכילה טקסט, צילום מסך, צבעונ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B8CEB60-1420-841D-5296-7628EFF315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4567" y="24468785"/>
            <a:ext cx="9360000" cy="5556712"/>
          </a:xfrm>
          <a:prstGeom prst="rect">
            <a:avLst/>
          </a:prstGeom>
        </p:spPr>
      </p:pic>
      <p:sp>
        <p:nvSpPr>
          <p:cNvPr id="155" name="תיבת טקסט 154">
            <a:extLst>
              <a:ext uri="{FF2B5EF4-FFF2-40B4-BE49-F238E27FC236}">
                <a16:creationId xmlns:a16="http://schemas.microsoft.com/office/drawing/2014/main" id="{8F9EF490-B2AD-CAC8-F832-32987F4A7ECB}"/>
              </a:ext>
            </a:extLst>
          </p:cNvPr>
          <p:cNvSpPr txBox="1"/>
          <p:nvPr/>
        </p:nvSpPr>
        <p:spPr>
          <a:xfrm>
            <a:off x="20474567" y="18372872"/>
            <a:ext cx="9360000" cy="5570756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36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Final 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The entire Tanach was analyzed as one continuous text.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The system automatically identified points where writing style changes.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Only a small number of clear boundaries were detected.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These boundaries are consistent and easy to interpret.</a:t>
            </a:r>
          </a:p>
          <a:p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The final output is an unsupervised stylistic segmentation of the Tanach.</a:t>
            </a:r>
          </a:p>
        </p:txBody>
      </p:sp>
      <p:sp>
        <p:nvSpPr>
          <p:cNvPr id="156" name="תיבת טקסט 155">
            <a:extLst>
              <a:ext uri="{FF2B5EF4-FFF2-40B4-BE49-F238E27FC236}">
                <a16:creationId xmlns:a16="http://schemas.microsoft.com/office/drawing/2014/main" id="{7647CE03-C1A9-EDA0-5BF5-02C225D74EF9}"/>
              </a:ext>
            </a:extLst>
          </p:cNvPr>
          <p:cNvSpPr txBox="1"/>
          <p:nvPr/>
        </p:nvSpPr>
        <p:spPr>
          <a:xfrm>
            <a:off x="410482" y="32143700"/>
            <a:ext cx="9360000" cy="4093428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36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Challenges and Constraints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High computational cost due to multiple deep classifiers.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Sensitivity to chunk size and segmentation choices.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Tradeoff between noise suppression and boundary resolution.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Design choices required balancing robustness and detail.</a:t>
            </a:r>
          </a:p>
        </p:txBody>
      </p:sp>
      <p:sp>
        <p:nvSpPr>
          <p:cNvPr id="157" name="תיבת טקסט 156">
            <a:extLst>
              <a:ext uri="{FF2B5EF4-FFF2-40B4-BE49-F238E27FC236}">
                <a16:creationId xmlns:a16="http://schemas.microsoft.com/office/drawing/2014/main" id="{F0BF3474-7689-5341-5B80-83CA98D7073D}"/>
              </a:ext>
            </a:extLst>
          </p:cNvPr>
          <p:cNvSpPr txBox="1"/>
          <p:nvPr/>
        </p:nvSpPr>
        <p:spPr>
          <a:xfrm>
            <a:off x="404132" y="37290032"/>
            <a:ext cx="17629868" cy="4093428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3600" b="1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The Deep Impostor model identified multiple internal stylistic transitions.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Without prior linguistic training, the system distinguished Hebrew and Aramaic passages.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Detected boundaries aligned with well-known scholarly observations, including:</a:t>
            </a:r>
          </a:p>
          <a:p>
            <a:pPr lvl="1"/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stylistic divisions within Isaiah, separations between narrative and genealogical sections, and differences between poetic and prose structures.</a:t>
            </a:r>
          </a:p>
          <a:p>
            <a:r>
              <a:rPr lang="en-US" sz="3200" dirty="0">
                <a:latin typeface="HP Simplified Hans Light" panose="020B0300000000000000" pitchFamily="34" charset="-122"/>
                <a:ea typeface="HP Simplified Hans Light" panose="020B0300000000000000" pitchFamily="34" charset="-122"/>
              </a:rPr>
              <a:t>These results show that unsupervised deep learning can serve as a data-driven tool for exploring textual structure in digital philology.</a:t>
            </a:r>
          </a:p>
        </p:txBody>
      </p:sp>
      <p:pic>
        <p:nvPicPr>
          <p:cNvPr id="170" name="תמונה 169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D3300EE-DF45-772A-72A3-BC1637051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9912" y="11349287"/>
            <a:ext cx="14906875" cy="6621213"/>
          </a:xfrm>
          <a:prstGeom prst="rect">
            <a:avLst/>
          </a:prstGeom>
        </p:spPr>
      </p:pic>
      <p:pic>
        <p:nvPicPr>
          <p:cNvPr id="173" name="תמונה 172" descr="תמונה שמכילה סמל, שחור, שרטוט, 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4959978-44FA-C99D-308B-EF4C80A2F0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4439" y="1925234"/>
            <a:ext cx="3314700" cy="2762250"/>
          </a:xfrm>
          <a:prstGeom prst="rect">
            <a:avLst/>
          </a:prstGeom>
        </p:spPr>
      </p:pic>
      <p:pic>
        <p:nvPicPr>
          <p:cNvPr id="175" name="תמונה 174" descr="תמונה שמכילה לבן, אומנות קליפיפם, שחור, צללי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32523FB-80D6-D522-5E76-A81AE5862F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400" y="1925234"/>
            <a:ext cx="2762250" cy="2762250"/>
          </a:xfrm>
          <a:prstGeom prst="rect">
            <a:avLst/>
          </a:prstGeom>
        </p:spPr>
      </p:pic>
      <p:pic>
        <p:nvPicPr>
          <p:cNvPr id="179" name="תמונה 178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F83EBF8-D90A-BC89-4C2D-129BD41253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9430" y="31166229"/>
            <a:ext cx="14046888" cy="5666728"/>
          </a:xfrm>
          <a:prstGeom prst="rect">
            <a:avLst/>
          </a:prstGeom>
        </p:spPr>
      </p:pic>
      <p:pic>
        <p:nvPicPr>
          <p:cNvPr id="181" name="תמונה 180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2F72BB9-AFBC-BB28-1722-B5D84C7B9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5959" y="37220650"/>
            <a:ext cx="9753600" cy="5324475"/>
          </a:xfrm>
          <a:prstGeom prst="rect">
            <a:avLst/>
          </a:prstGeom>
        </p:spPr>
      </p:pic>
      <p:pic>
        <p:nvPicPr>
          <p:cNvPr id="183" name="תמונה 182" descr="תמונה שמכילה אומנות קליפיפם, סרט מצוי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E6062DE-D669-BA2C-C565-6B961400A5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325" y="31752014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שן מתפתל">
  <a:themeElements>
    <a:clrScheme name="עשן מתפתל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עשן מתפתל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עשן מתפתל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260</TotalTime>
  <Words>495</Words>
  <Application>Microsoft Office PowerPoint</Application>
  <PresentationFormat>מותאם אישית</PresentationFormat>
  <Paragraphs>57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7" baseType="lpstr">
      <vt:lpstr>Century Gothic</vt:lpstr>
      <vt:lpstr>Wingdings 3</vt:lpstr>
      <vt:lpstr>HP Simplified Hans Light</vt:lpstr>
      <vt:lpstr>Arial</vt:lpstr>
      <vt:lpstr>Aptos</vt:lpstr>
      <vt:lpstr>עשן מתפתל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Sources Analysis Using a Deep Impostor Approach</dc:title>
  <dc:creator>Ofir</dc:creator>
  <cp:lastModifiedBy>אופיר עזיאל</cp:lastModifiedBy>
  <cp:revision>16</cp:revision>
  <dcterms:created xsi:type="dcterms:W3CDTF">2006-08-16T00:00:00Z</dcterms:created>
  <dcterms:modified xsi:type="dcterms:W3CDTF">2026-01-25T20:02:55Z</dcterms:modified>
  <dc:identifier>DAG_b5hur-0</dc:identifier>
</cp:coreProperties>
</file>